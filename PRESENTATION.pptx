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Этажей в главе</c:v>
                </c:pt>
              </c:strCache>
            </c:strRef>
          </c:tx>
          <c:spPr>
            <a:solidFill>
              <a:srgbClr val="8A6A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2E8D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6A4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7C5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945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258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Глава 1 «Разведка»</c:v>
                  </c:pt>
                  <c:pt idx="1">
                    <c:v>Глава 2 «Поиски»</c:v>
                  </c:pt>
                  <c:pt idx="2">
                    <c:v>Глава 3 «Опасности»</c:v>
                  </c:pt>
                  <c:pt idx="3">
                    <c:v>Глава 4 «Финал»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F2E8D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4A3B2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2E8D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A21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Открытие: показываем арт заставки и логотип игры. Один тезис — кооп-рогалик, который открывается в браузере за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0E0A">
              <a:alpha val="66000"/>
            </a:srgbClr>
          </a:solidFill>
          <a:ln/>
        </p:spPr>
      </p:sp>
      <p:pic>
        <p:nvPicPr>
          <p:cNvPr id="3" name="Image 0" descr="D:/ZCode/project2/example/build/images/UI/logoR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836" y="1417320"/>
            <a:ext cx="5669280" cy="14120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61188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Спустись. Собери. Выживь вдвоём.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371600" y="434340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Кооперативный рогалик-подземелье  ·  1–2 игрока на одном экране  ·  браузер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371600" y="617220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Билд 2.17  ·  141 волна разработки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Рогалик, в который садятся вдвоём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забег — спуск по процедурным этажам с нарастающим давлением: враги усиливаются с каждой главой, а сила героя — в том, что он успеет собрать из предметов. Всё заработанное остаётся в мета-прогрессе: очки, вещи, главы.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324612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474720"/>
            <a:ext cx="25900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6800" dirty="0"/>
          </a:p>
        </p:txBody>
      </p:sp>
      <p:sp>
        <p:nvSpPr>
          <p:cNvPr id="8" name="Text 6"/>
          <p:cNvSpPr/>
          <p:nvPr/>
        </p:nvSpPr>
        <p:spPr>
          <a:xfrm>
            <a:off x="502920" y="4983480"/>
            <a:ext cx="2590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класса героев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деревьями умений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7278" y="324612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7278" y="3474720"/>
            <a:ext cx="25900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6800" dirty="0"/>
          </a:p>
        </p:txBody>
      </p:sp>
      <p:sp>
        <p:nvSpPr>
          <p:cNvPr id="11" name="Text 9"/>
          <p:cNvSpPr/>
          <p:nvPr/>
        </p:nvSpPr>
        <p:spPr>
          <a:xfrm>
            <a:off x="3367278" y="4983480"/>
            <a:ext cx="2590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этажей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полном прохождении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1636" y="324612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1636" y="3474720"/>
            <a:ext cx="25900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endParaRPr lang="en-US" sz="6800" dirty="0"/>
          </a:p>
        </p:txBody>
      </p:sp>
      <p:sp>
        <p:nvSpPr>
          <p:cNvPr id="14" name="Text 12"/>
          <p:cNvSpPr/>
          <p:nvPr/>
        </p:nvSpPr>
        <p:spPr>
          <a:xfrm>
            <a:off x="6231636" y="4983480"/>
            <a:ext cx="2590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видов врагов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6 боссов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095994" y="324612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5994" y="3474720"/>
            <a:ext cx="25900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E258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6800" dirty="0"/>
          </a:p>
        </p:txBody>
      </p:sp>
      <p:sp>
        <p:nvSpPr>
          <p:cNvPr id="17" name="Text 15"/>
          <p:cNvSpPr/>
          <p:nvPr/>
        </p:nvSpPr>
        <p:spPr>
          <a:xfrm>
            <a:off x="9095994" y="4983480"/>
            <a:ext cx="2590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игрока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одном экране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61264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Жанровые соседи: Soul Knight, Enter the Gungeon, Hammerwatch — но с входом в браузере и локальным коопом без сети.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ИГРОВОЙ ЦИКЛ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Забег живёт 15–40 минут — прогресс навсегда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2011680" cy="2286000"/>
          </a:xfrm>
          <a:prstGeom prst="roundRect">
            <a:avLst>
              <a:gd name="adj" fmla="val 3182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67512" y="288036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герой, вещи из сундука, апгрейды за очки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2359152" y="288950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52344" y="2011680"/>
            <a:ext cx="2011680" cy="2286000"/>
          </a:xfrm>
          <a:prstGeom prst="roundRect">
            <a:avLst>
              <a:gd name="adj" fmla="val 3182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16936" y="288036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СПУСК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главы в тумане войны, квесты NPC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608576" y="288950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01768" y="2011680"/>
            <a:ext cx="2011680" cy="2286000"/>
          </a:xfrm>
          <a:prstGeom prst="roundRect">
            <a:avLst>
              <a:gd name="adj" fmla="val 3182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66360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166360" y="288036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БОСС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его смерть открывает лестницу вниз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858000" y="288950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251192" y="2011680"/>
            <a:ext cx="2011680" cy="2286000"/>
          </a:xfrm>
          <a:prstGeom prst="roundRect">
            <a:avLst>
              <a:gd name="adj" fmla="val 3182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15784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15784" y="288036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ОЧКИ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 убийств и золото → мета-очки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107424" y="288950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500616" y="2011680"/>
            <a:ext cx="2011680" cy="2286000"/>
          </a:xfrm>
          <a:prstGeom prst="roundRect">
            <a:avLst>
              <a:gd name="adj" fmla="val 3182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65208" y="21488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665208" y="288036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СОХРАНЕНИЕ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вещи — в мета-сундук, глава открыта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508760" y="4800600"/>
            <a:ext cx="8997696" cy="0"/>
          </a:xfrm>
          <a:prstGeom prst="line">
            <a:avLst/>
          </a:prstGeom>
          <a:noFill/>
          <a:ln w="19050">
            <a:solidFill>
              <a:srgbClr val="CC9966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502920" y="498348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забег сильнее: открытая глава, прокачка, вещи из сундука — а враги тоже выросли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2920" y="61722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Внутри этажа: комната → бой → сундук/алтарь → лут → дальше. Смерть не откатывает мета-прогресс.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ЗАБЕГА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главы — глубина растёт, враги тоже</a:t>
            </a:r>
            <a:endParaRPr lang="en-US" sz="3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9164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Данные: example/build/scripts (nextFloor.js, openRoom.js)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37960" y="1691640"/>
            <a:ext cx="5148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Биомы этажей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37960" y="2240280"/>
            <a:ext cx="51480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37960" y="2350008"/>
            <a:ext cx="5148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 1   </a:t>
            </a:r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катакомбы — Лидер гоблинов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537960" y="2953512"/>
            <a:ext cx="51480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3063240"/>
            <a:ext cx="5148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 2   </a:t>
            </a:r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«Паучьи пещеры» — Босс-паук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537960" y="3666744"/>
            <a:ext cx="51480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37960" y="3776472"/>
            <a:ext cx="5148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 3   </a:t>
            </a:r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«Лавовый разлом» — Демон и 4 столба призыва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537960" y="4379976"/>
            <a:ext cx="51480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37960" y="4489704"/>
            <a:ext cx="5148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 4   </a:t>
            </a:r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«Пустота» — арена финального босса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537960" y="5257800"/>
            <a:ext cx="5148072" cy="1005840"/>
          </a:xfrm>
          <a:prstGeom prst="roundRect">
            <a:avLst>
              <a:gd name="adj" fmla="val 6364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766560" y="5394960"/>
            <a:ext cx="4690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258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Скейлинг.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новая глава: враги с ×2 ХП и усиленным уроном; к четвёртой — предел силы.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ГЕРОИ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Четыре класса — четыре стиля игры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2606040" cy="4069080"/>
          </a:xfrm>
          <a:prstGeom prst="roundRect">
            <a:avLst>
              <a:gd name="adj" fmla="val 2456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6" name="Image 0" descr="D:/ZCode/project2/example/build/images/UI/doll/r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1874520"/>
            <a:ext cx="1371600" cy="2057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23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Плут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02920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Нож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47731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Яд, скрытность, удары в спину, веер ножей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55848" y="1645920"/>
            <a:ext cx="2606040" cy="4069080"/>
          </a:xfrm>
          <a:prstGeom prst="roundRect">
            <a:avLst>
              <a:gd name="adj" fmla="val 2456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11" name="Image 1" descr="D:/ZCode/project2/example/build/images/UI/doll/sorcer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874520"/>
            <a:ext cx="1371600" cy="2057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55848" y="4023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Волшебница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355848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Посох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538728" y="47731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Огненный шар, мороз, метеорит, телепорт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208776" y="1645920"/>
            <a:ext cx="2606040" cy="4069080"/>
          </a:xfrm>
          <a:prstGeom prst="roundRect">
            <a:avLst>
              <a:gd name="adj" fmla="val 2456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16" name="Image 2" descr="D:/ZCode/project2/example/build/images/UI/doll/kn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996" y="1874520"/>
            <a:ext cx="1371600" cy="2057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8776" y="4023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Рыцарь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208776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Меч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391656" y="47731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Броня, аура возмездия, воскрешение, казнь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61704" y="1645920"/>
            <a:ext cx="2606040" cy="4069080"/>
          </a:xfrm>
          <a:prstGeom prst="roundRect">
            <a:avLst>
              <a:gd name="adj" fmla="val 2456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3" descr="D:/ZCode/project2/example/build/images/UI/doll/valciri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1874520"/>
            <a:ext cx="1371600" cy="20574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61704" y="4023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Валькирия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061704" y="443484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Копьё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9244584" y="4773168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Пронзающий рывок, дротики, разгон скорости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02920" y="60350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очков характеристик у каждого · в коопе классы обязаны быть разными · переносимая прокачка из мета-профиля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РОЛЕВАЯ СИСТЕМА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характеристик → 15 вторичных статов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21031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→ 15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уровень герой получает очко характеристик и очко умений.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проценты идут через одну кривую смягчения — не бывает «сломанных» чисел.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53949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countLog(i) = trunc(((1+40/i)^(i/40) − 1)/(e−1)·100) → 0…100 %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783080"/>
            <a:ext cx="68397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92938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Сила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58000" y="1956816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Атака · Контрудар · Блок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846320" y="2624328"/>
            <a:ext cx="68397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770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Ловкость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858000" y="2798064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 · Мощь крита · Уклонение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465576"/>
            <a:ext cx="68397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36118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Здоровье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58000" y="3639312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Жизни · Сопротивление · Выносливость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4846320" y="4306824"/>
            <a:ext cx="68397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4453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Скорость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48056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Подвижность · Находчивость · Рефлексы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846320" y="5148072"/>
            <a:ext cx="68397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52943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Мудрость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0" y="5321808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Сила воли · Обучаемость · Контрмагия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846320" y="5989320"/>
            <a:ext cx="68397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6263640"/>
            <a:ext cx="6839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Плюс броня — плоская защита: щиты, сет «Победитель турниров», бафы статуи.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БОЕВАЯ СИСТЕМА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удар проходит через цепочку проверок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Герой → враг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37160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2402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920240" y="197510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331720" y="2240280"/>
            <a:ext cx="237744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31720" y="22402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Удар в спину ×1.5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754880" y="197510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66360" y="2240280"/>
            <a:ext cx="237744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22402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Каменная кожа врага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589520" y="197510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237744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1000" y="22402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Казнь ≤30 % ХП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Враг → герой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137160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E258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65760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Уклон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920240" y="339242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331720" y="3657600"/>
            <a:ext cx="182880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31720" y="365760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 ÷2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06240" y="339242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617720" y="3657600"/>
            <a:ext cx="182880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365760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Броня и щиты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92240" y="339242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6903720" y="3657600"/>
            <a:ext cx="182880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365760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 урона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778240" y="339242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189720" y="3657600"/>
            <a:ext cx="265176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365760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Еда · Воскрешение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02920" y="4892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Статусы и контроль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02920" y="5349240"/>
            <a:ext cx="118872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534924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2057400" y="5349240"/>
            <a:ext cx="164592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57400" y="534924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Горение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069080" y="5349240"/>
            <a:ext cx="219456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69080" y="534924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Очарование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6629400" y="5349240"/>
            <a:ext cx="128016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53492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8275320" y="5349240"/>
            <a:ext cx="2743200" cy="530352"/>
          </a:xfrm>
          <a:prstGeom prst="roundRect">
            <a:avLst>
              <a:gd name="adj" fmla="val 50000"/>
            </a:avLst>
          </a:prstGeom>
          <a:solidFill>
            <a:srgbClr val="2A211A"/>
          </a:solidFill>
          <a:ln w="12700">
            <a:solidFill>
              <a:srgbClr val="4A3B2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75320" y="53492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Вампиризм врагов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502920" y="621792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Атака автоматическая — герой бьёт, когда оружие достаёт. Игрок управляет позицией, умениями и кулдаунами.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СПОСОБНОСТИ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 узлов умений и живые кулдауны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02920" y="35204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узлов умений: 4 дерева × 14 узлов, уровни 1–3, связи «предок → потомок»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02920" y="45720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5 активных умений в слотах с секторами кулдаунов. Алтарь умений в подземелье: −⅓ ХП → +1 очко.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7342632" cy="914400"/>
          </a:xfrm>
          <a:prstGeom prst="roundRect">
            <a:avLst>
              <a:gd name="adj" fmla="val 7000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92808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Плут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Отравленное оружие · Скрытность · Веерный бросок · Крюк-кошка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4343400" y="2834640"/>
            <a:ext cx="7342632" cy="914400"/>
          </a:xfrm>
          <a:prstGeom prst="roundRect">
            <a:avLst>
              <a:gd name="adj" fmla="val 7000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2944368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Волшебница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Огненный шар · Мороз · Метеорит · Телепорт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343400" y="3886200"/>
            <a:ext cx="7342632" cy="914400"/>
          </a:xfrm>
          <a:prstGeom prst="roundRect">
            <a:avLst>
              <a:gd name="adj" fmla="val 7000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3995928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Рыцарь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Сверхзащита · Аура возмездия · Возрождение · Казнь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43400" y="4937760"/>
            <a:ext cx="7342632" cy="914400"/>
          </a:xfrm>
          <a:prstGeom prst="roundRect">
            <a:avLst>
              <a:gd name="adj" fmla="val 7000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5047488"/>
            <a:ext cx="6885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Валькирия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Пронзающий рывок · Боевой танец · Вихрь дротиков · Гроза Йотунов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ПРЕДМЕТЫ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Билд собирается из вещей, а не из цифр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Лестница редкости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22860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B8B8B8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" y="2240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Обычный   </a:t>
            </a:r>
            <a:pPr indent="0" marL="0"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без дополнений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03580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4D9DE0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299008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Редкий   </a:t>
            </a:r>
            <a:pPr indent="0" marL="0"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префиксов: «Мощный», «Древний»…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785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B06CD4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7398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Эпический   </a:t>
            </a:r>
            <a:pPr indent="0" marL="0"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доп-статы 3–6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45354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CC66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448970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Легендарный   </a:t>
            </a:r>
            <a:pPr indent="0" marL="0"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способность на предмете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52852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5252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" y="52395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Реликвия   </a:t>
            </a:r>
            <a:pPr indent="0" marL="0">
              <a:buNone/>
            </a:pPr>
            <a:r>
              <a:rPr lang="en-US" sz="13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уникальных — только с финального босса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75120" y="1737360"/>
            <a:ext cx="5010912" cy="969264"/>
          </a:xfrm>
          <a:prstGeom prst="roundRect">
            <a:avLst>
              <a:gd name="adj" fmla="val 6604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8562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321040" y="1883664"/>
            <a:ext cx="3136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слотов экипировки: от головы до двух рук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75120" y="2852928"/>
            <a:ext cx="5010912" cy="969264"/>
          </a:xfrm>
          <a:prstGeom prst="roundRect">
            <a:avLst>
              <a:gd name="adj" fmla="val 6604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2971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321040" y="2999232"/>
            <a:ext cx="3136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сета — бонусы на 2, 4 и 6 предметах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75120" y="3968496"/>
            <a:ext cx="5010912" cy="969264"/>
          </a:xfrm>
          <a:prstGeom prst="roundRect">
            <a:avLst>
              <a:gd name="adj" fmla="val 6604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03720" y="408736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58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3→1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21040" y="4114800"/>
            <a:ext cx="3136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алхимия: три предмета — один рангом выше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675120" y="5084064"/>
            <a:ext cx="5010912" cy="969264"/>
          </a:xfrm>
          <a:prstGeom prst="roundRect">
            <a:avLst>
              <a:gd name="adj" fmla="val 6604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03720" y="5202936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8321040" y="5230368"/>
            <a:ext cx="3136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ячейки рюкзака + пояс автозатравки едой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Подземелье, которое не стоит на месте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Процедурная генерация</a:t>
            </a:r>
            <a:endParaRPr lang="en-US" sz="15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42 комнат, 4 стиля коридоров, двери, 4 биома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02920" y="2569464"/>
            <a:ext cx="5120640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6791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Туман войны</a:t>
            </a:r>
            <a:endParaRPr lang="en-US" sz="15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открывается подходом; мини- и большая карта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3465576"/>
            <a:ext cx="5120640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575304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Честный ИИ</a:t>
            </a:r>
            <a:endParaRPr lang="en-US" sz="15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пути по полу, обход толпой с флангов, бегство при 25 % ХП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02920" y="4361688"/>
            <a:ext cx="5120640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447141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тип объектов</a:t>
            </a:r>
            <a:endParaRPr lang="en-US" sz="15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сундуки, алтари, статуи, порталы, «напёрстки»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02920" y="5257800"/>
            <a:ext cx="5120640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53675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типа ловушек</a:t>
            </a:r>
            <a:endParaRPr lang="en-US" sz="15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шипы, кислота, огонь — бьют и врагов</a:t>
            </a:r>
            <a:endParaRPr lang="en-US" sz="1550" dirty="0"/>
          </a:p>
        </p:txBody>
      </p:sp>
      <p:pic>
        <p:nvPicPr>
          <p:cNvPr id="14" name="Image 0" descr="D:/ZCode/project2/forWork/v140_dark_26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920240"/>
            <a:ext cx="5943600" cy="2900002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000000">
                <a:alpha val="40000"/>
              </a:srgbClr>
            </a:outerShdw>
          </a:effectLst>
        </p:spPr>
      </p:pic>
      <p:sp>
        <p:nvSpPr>
          <p:cNvPr id="15" name="Text 12"/>
          <p:cNvSpPr/>
          <p:nvPr/>
        </p:nvSpPr>
        <p:spPr>
          <a:xfrm>
            <a:off x="5742432" y="492997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кадр кооп-забега: два героя, туман войны, трекер квеста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БОССЫ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Шесть боссов — шесть авторских механик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562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Лидер гоблинов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246120" y="189280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434840" y="1865376"/>
            <a:ext cx="7251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циклы ярости: скорость ×1.5 под красным фильтром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487168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606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Босс-паук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46120" y="2642616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 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34840" y="2615184"/>
            <a:ext cx="7251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копит урон → уходит вверх и поливает кислотным дождём; оставляет коконы с пауками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3236976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3558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Демон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46120" y="339242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58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 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34840" y="3364992"/>
            <a:ext cx="7251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не спавнится: игрок сам активирует 4 столба призыва — и пожинает волну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3986784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1056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Циклоп Пустоты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46120" y="414223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434840" y="4114800"/>
            <a:ext cx="7251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спиральные сгустки урона и окна неуязвимости с двойным залпом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4736592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85546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Медуза пустоты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246120" y="48920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34840" y="4864608"/>
            <a:ext cx="7251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делится надвое на 50 % ХП; этаж кончается гибелью последнего осколка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02920" y="5486400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560527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Гриб пустоты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246120" y="564184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434840" y="5614416"/>
            <a:ext cx="7251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разбрасывает споры: прозевал 8 секунд — вырос мини-гриб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02920" y="6236208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63550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 босса всегда даёт вещь выше рангом; финальный босс выбирается из трёх и роняет реликвию.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КВЕСТЫ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Шесть историй — и в каждой развилка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562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Сопроводить Волка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03320" y="186537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проведи Волка-союзника живым до выхода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778240" y="1865376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сетовая легендарка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487168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606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 в портале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03320" y="261518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части посоха и сеть из 7 рычагов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778240" y="261518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свитки… или реликвия за бой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236976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3558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Корм слизи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03320" y="33649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подбери для Слаймэна три «блюда»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778240" y="3364992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«Ком слизи» — враги слабеют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986784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10565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Погоня за пламенем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703320" y="4114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бой или погоня через режимы лавы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41148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зачарование оружия огнём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4736592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85546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Разрастание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03320" y="486460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защити 3 ростка от волн пауков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78240" y="4864608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 макс. ХП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5486400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560527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Гонка за сокровищами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703320" y="561441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обгони Хрупа в зачистке комнат — он сам открывает двери и убивает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778240" y="5614416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+5 % скорости («Повязка»)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6236208"/>
            <a:ext cx="1118311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63550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квесты одноразовые на профиль: выбрал награду — вторая ветка закрыта навсегда.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МЕТА-ПРОГРЕССИЯ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Смерть — это вклад в следующий забег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331720" cy="1554480"/>
          </a:xfrm>
          <a:prstGeom prst="roundRect">
            <a:avLst>
              <a:gd name="adj" fmla="val 4118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" y="1965960"/>
            <a:ext cx="19293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Очки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 убийств + золото за забег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20340" y="229514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154680" y="1783080"/>
            <a:ext cx="2331720" cy="1554480"/>
          </a:xfrm>
          <a:prstGeom prst="roundRect">
            <a:avLst>
              <a:gd name="adj" fmla="val 4118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5848" y="1965960"/>
            <a:ext cx="19293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Апгрейды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веток с капами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72100" y="229514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806440" y="1783080"/>
            <a:ext cx="2331720" cy="1554480"/>
          </a:xfrm>
          <a:prstGeom prst="roundRect">
            <a:avLst>
              <a:gd name="adj" fmla="val 4118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07608" y="1965960"/>
            <a:ext cx="19293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вещи переносятся в забег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023860" y="229514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458200" y="1783080"/>
            <a:ext cx="2331720" cy="1554480"/>
          </a:xfrm>
          <a:prstGeom prst="roundRect">
            <a:avLst>
              <a:gd name="adj" fmla="val 4118"/>
            </a:avLst>
          </a:prstGeom>
          <a:solidFill>
            <a:srgbClr val="2A211A"/>
          </a:solidFill>
          <a:ln/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59368" y="1965960"/>
            <a:ext cx="19293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Главы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→ 2 → 3 → 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02920" y="37947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258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endParaRPr lang="en-US" sz="8000" dirty="0"/>
          </a:p>
        </p:txBody>
      </p:sp>
      <p:sp>
        <p:nvSpPr>
          <p:cNvPr id="17" name="Text 15"/>
          <p:cNvSpPr/>
          <p:nvPr/>
        </p:nvSpPr>
        <p:spPr>
          <a:xfrm>
            <a:off x="3063240" y="4069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ячейки мета-сундука (4 страницы × 18) — вещи ждут следующего забега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3840480"/>
            <a:ext cx="53766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3922776"/>
            <a:ext cx="336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Стартовые ключи +1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674352" y="392277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60 очков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09360" y="4443984"/>
            <a:ext cx="53766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4526280"/>
            <a:ext cx="336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Начальное ХП +1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74352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80 очков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09360" y="5047488"/>
            <a:ext cx="53766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5129784"/>
            <a:ext cx="336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Идентификация легенд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674352" y="51297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100 очков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309360" y="5650992"/>
            <a:ext cx="5376672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5733288"/>
            <a:ext cx="336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 вещей сундука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74352" y="573328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5…1000 очков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Библиотека: бестиарий 21 вида, картотека объектов, 8 достижений — профиль собирается целиком.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КООПЕРАТИВ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Второй игрок садится за 10 секунд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E258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игрока</a:t>
            </a:r>
            <a:endParaRPr lang="en-US" sz="5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E258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экран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343400" y="1783080"/>
            <a:ext cx="3108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WASD + стрелки — или два геймпада; полное переназначение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Разные классы обязательны — это требование баланса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каждого своя прокачка, инвентарь и панели; мета раздельная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камера с автозумом; порталы переносят обоих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уровней ×2 — удорожание, а не урезание: баланс под двоих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Сейвы соло и кооп раздельные; файл сохранения переключает режим</a:t>
            </a:r>
            <a:endParaRPr lang="en-US" sz="1300" dirty="0"/>
          </a:p>
        </p:txBody>
      </p:sp>
      <p:pic>
        <p:nvPicPr>
          <p:cNvPr id="7" name="Image 0" descr="D:/ZCode/project2/forWork/v141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4112" y="1828800"/>
            <a:ext cx="3931920" cy="1918463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000000">
                <a:alpha val="40000"/>
              </a:srgbClr>
            </a:outerShdw>
          </a:effectLst>
        </p:spPr>
      </p:pic>
      <p:sp>
        <p:nvSpPr>
          <p:cNvPr id="8" name="Text 5"/>
          <p:cNvSpPr/>
          <p:nvPr/>
        </p:nvSpPr>
        <p:spPr>
          <a:xfrm>
            <a:off x="7754112" y="3856991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Лобби-таверна: выбор героя, сундук, прокачка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прототип — готовая игра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65960"/>
            <a:ext cx="25900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258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02920" y="3246120"/>
            <a:ext cx="25900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волна разработки,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закрыта автотестами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67278" y="178308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67278" y="1965960"/>
            <a:ext cx="25900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367278" y="3246120"/>
            <a:ext cx="25900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игровых модуля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собственном ECS-движке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31636" y="178308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1636" y="1965960"/>
            <a:ext cx="25900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1092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231636" y="3246120"/>
            <a:ext cx="25900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строки локализации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рус / англ, мгновенное переключение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095994" y="1783080"/>
            <a:ext cx="2590038" cy="0"/>
          </a:xfrm>
          <a:prstGeom prst="line">
            <a:avLst/>
          </a:prstGeom>
          <a:noFill/>
          <a:ln w="12700">
            <a:solidFill>
              <a:srgbClr val="4A3B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95994" y="1965960"/>
            <a:ext cx="25900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C99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9095994" y="3246120"/>
            <a:ext cx="25900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музыка и звуки: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трека + 16 эффектов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53172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Свой движок.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zero_engine — ECS-ядро вынесено в open-source; рендер PixiJS/WebGL, тик 62.5 Гц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4476" y="4434840"/>
            <a:ext cx="53172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Конвейер арта.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спрайтшиты собираются Python-конвейером из ИИ-листов: новый персонаж за день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5394960"/>
            <a:ext cx="53172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культура.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headless-верификация Chrome DevTools Protocol на каждую волну + регресс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94476" y="5394960"/>
            <a:ext cx="53172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 к запуску.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сейвы и сейв-файлы, настройки, переназначение клавиш, геймпады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0E0A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2377440"/>
            <a:ext cx="9445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Спустись. Собери. Выживь вдвоём.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4290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C99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«ПОГРУЖЕНИЕ»  ·  билд 2.17  ·  1–2 игрока  ·  браузер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448056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8D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github.com/elcarer/immersion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Погружение (Immersion) — презентация игры</dc:title>
  <dc:subject>PptxGenJS Presentation</dc:subject>
  <dc:creator>elcar</dc:creator>
  <cp:lastModifiedBy>elcar</cp:lastModifiedBy>
  <cp:revision>1</cp:revision>
  <dcterms:created xsi:type="dcterms:W3CDTF">2026-09-24T04:02:35Z</dcterms:created>
  <dcterms:modified xsi:type="dcterms:W3CDTF">2026-09-24T04:02:35Z</dcterms:modified>
</cp:coreProperties>
</file>